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CAPSTONE · DAY 1 KICKOFF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RiskLens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loan default predictor, trained on real lending data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deployed live — built to demonstrate credit risk modeling,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describe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473087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46451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Explanation, Every Time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Claude AI Challenge · Utkarsh Mavi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7360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508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prediction without an explanation isn't a credit decision — it's a guess with a number attached.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consequences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decisions affect real applicants, and credit risk teams must justify model-driven calls — to regulators, committees, and borrowers.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projects stop short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33375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public ML "credit risk" projects end at a prediction number. The part real risk teams care about most — why — is usually missing.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0392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is the real skill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03920" y="333756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Fair-lending and model-governance expectations mean a credit model's value is judged by whether its reasoning holds up, not just its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7360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primarily as a portfolio piece — but designed to hold up as a real decision-support concept.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4231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85" y="2577465"/>
            <a:ext cx="377190" cy="3771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Managers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37033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this as a Data Science / Credit Risk Analyst portfolio piece — need a fast, credible, live demo.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2628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0600" y="24231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905" y="2577465"/>
            <a:ext cx="377190" cy="3771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060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800600" y="37033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the full credit risk modeling lifecycle: raw data, model selection, explainability, and deployment.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03920" y="24231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225" y="257746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0392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Officers (concept)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503920" y="37033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illustrative end-user: someone using an explainable risk read as a decision-support aid before manual review.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7360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5544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RiskLens takes an applicant's financial profile — income, DTI, credit history, loan purpose — and returns: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4231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485339"/>
            <a:ext cx="186538" cy="1865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3957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default probability, trained on real LendingClub loan outcomes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822960" y="313639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3198571"/>
            <a:ext cx="186538" cy="1865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108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risk tier (Low / Medium / High)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22960" y="384962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3911803"/>
            <a:ext cx="186538" cy="1865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382219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plain-English explanation of exactly which factors drove that score — powered by SHAP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7040880" y="1554480"/>
            <a:ext cx="4297680" cy="4572000"/>
          </a:xfrm>
          <a:prstGeom prst="roundRect">
            <a:avLst>
              <a:gd name="adj" fmla="val 2979"/>
            </a:avLst>
          </a:prstGeom>
          <a:solidFill>
            <a:srgbClr val="141B4D"/>
          </a:solidFill>
          <a:ln/>
        </p:spPr>
      </p:sp>
      <p:sp>
        <p:nvSpPr>
          <p:cNvPr id="16" name="Text 10"/>
          <p:cNvSpPr/>
          <p:nvPr/>
        </p:nvSpPr>
        <p:spPr>
          <a:xfrm>
            <a:off x="731520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FLOW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315200" y="228600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8" name="Text 12"/>
          <p:cNvSpPr/>
          <p:nvPr/>
        </p:nvSpPr>
        <p:spPr>
          <a:xfrm>
            <a:off x="7452360" y="22860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909560" y="2286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details entered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0" y="324612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7452360" y="32461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909560" y="3246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 default risk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315200" y="420624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4206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909560" y="42062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the score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315200" y="51663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7" name="Text 21"/>
          <p:cNvSpPr/>
          <p:nvPr/>
        </p:nvSpPr>
        <p:spPr>
          <a:xfrm>
            <a:off x="7452360" y="5166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909560" y="5166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+ factors shown live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7360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109728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011" y="2099691"/>
            <a:ext cx="326898" cy="326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947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Real Target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9728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LendingClub consumer loan outcomes — not a synthetic or toy dataset.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55080" y="1691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41B4D"/>
          </a:solidFill>
          <a:ln/>
        </p:spPr>
      </p:sp>
      <p:sp>
        <p:nvSpPr>
          <p:cNvPr id="11" name="Shape 7"/>
          <p:cNvSpPr/>
          <p:nvPr/>
        </p:nvSpPr>
        <p:spPr>
          <a:xfrm>
            <a:off x="662940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31" y="2099691"/>
            <a:ext cx="326898" cy="3268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1947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Model Selection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62940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baseline vs. XGBoost, compared on AUC and KS-statistic, with a written rationale for the final choice.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2960" y="3886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16" name="Shape 11"/>
          <p:cNvSpPr/>
          <p:nvPr/>
        </p:nvSpPr>
        <p:spPr>
          <a:xfrm>
            <a:off x="1097280" y="41605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011" y="429425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Explainability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97280" y="48463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prediction ships with a ranked, plain-English breakdown of what drove the score — the core differentiator.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355080" y="3886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41B4D"/>
          </a:solidFill>
          <a:ln/>
        </p:spPr>
      </p:sp>
      <p:sp>
        <p:nvSpPr>
          <p:cNvPr id="21" name="Shape 15"/>
          <p:cNvSpPr/>
          <p:nvPr/>
        </p:nvSpPr>
        <p:spPr>
          <a:xfrm>
            <a:off x="6629400" y="41605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131" y="4294251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664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Deployed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629400" y="48463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public URL — not a notebook. Anyone, including a recruiter, can try it in seconds.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7360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if intentionally small, end-to-end ML system — every stage is built, not simulated.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35608" y="26974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435608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loan data, cleaned and leakage-checked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352044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26080" y="24688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30168" y="26974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3630168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01752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017520" y="370332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XGBoost, compared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520440"/>
            <a:ext cx="237744" cy="23774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20640" y="24688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24728" y="26974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5824728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21208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12080" y="370332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per prediction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3520440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15200" y="24688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19288" y="26974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0"/>
          <p:cNvSpPr/>
          <p:nvPr/>
        </p:nvSpPr>
        <p:spPr>
          <a:xfrm>
            <a:off x="8019288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40664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406640" y="370332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prediction endpoint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28" y="3520440"/>
            <a:ext cx="237744" cy="23774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509760" y="24688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213848" y="26974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5"/>
          <p:cNvSpPr/>
          <p:nvPr/>
        </p:nvSpPr>
        <p:spPr>
          <a:xfrm>
            <a:off x="10213848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960120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601200" y="370332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web UI, live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822960" y="5257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finalized on Day 2 · Python · scikit-learn · XGBoost · SHAP · FastAPI · single-page HTML/CSS/JS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73609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excluded from v1.0 to ship something focused and polished — not forgotten.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26060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7317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4505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CSV Scoring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691640" y="285292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many applicants at once instead of one at a time.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63640" y="228600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92240" y="26060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7317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4505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Dashboard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132320" y="285292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score distributions and model performance over time.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51560" y="4389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" y="451485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233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Audit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91640" y="463600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disparate-impact review across protected classes.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406908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0" y="451485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4233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Monitoring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132320" y="463600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tracking and retraining as new data arrives.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33273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modeling is moving toward a world where a prediction alone isn't enough — the reasoning has to hold up to scrutiny.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896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RiskLens is a small, focused proof of that principle: a model that doesn't just score an applicant, but shows its work — built end-to-end, deployed live, in ten days.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RiskLens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 idea to a deployed v1.0 in 10 days.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42176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142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link — added Day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48120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47365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github.com/UtkarshMavi0406/60-day-claude-challenge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part of the 60-Day Claude AI Challenge · Utkarsh Mavi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2026-07-20T20:57:04Z</dcterms:created>
  <dcterms:modified xsi:type="dcterms:W3CDTF">2026-07-20T20:57:04Z</dcterms:modified>
</cp:coreProperties>
</file>